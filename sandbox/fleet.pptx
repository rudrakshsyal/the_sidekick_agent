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pick: Ford Mustang Mach-E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EPA range: ~250–320 miles; adequate for daily sales travel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Cargo: ~29.7 cu ft rear / ~59.7 cu ft max; 5 seats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Service: conventional Ford dealer network is easier to manage at fleet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Recommend the Ford Mustang Mach-E over the Tesla Model Y for the 100-car sales fleet.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